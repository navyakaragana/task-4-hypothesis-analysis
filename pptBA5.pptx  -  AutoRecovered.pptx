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E74B-F718-948E-9D4F-C78900466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2401F-E2F4-8A30-B076-56C9AB19E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9A50C-F319-C118-68A7-BDF46AA0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76993-34F2-1CBC-8093-2D2E2AC5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77099-3DBD-5C15-457C-9D64B237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69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286D1-B52F-8D1D-083E-A192BDD2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A259D-C48F-7CA9-4581-DF72EF8A4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1306E-CEDC-D295-ECD5-F421753F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0C940-735E-B94D-6979-5F97C7DAF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4CFAB-3165-316D-80C3-927B1079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6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C600-9BE5-74EA-FCDA-2A6A90161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B3DA8-D82D-A57B-1928-72386A7EC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BBCA7-748C-7BAE-6C1D-1981CA23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C66DC-BB70-7067-186B-9324B435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B56E6-BB48-DE13-FDE1-79C422AA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429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E217-AF21-82F7-4E83-1576880C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4B9F9-0715-8C3E-AC9D-EBB891D15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BE6F3-7096-FBA0-B53E-780E7BD08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B5867-072B-67F7-FBC2-056B5B33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D2EB3-BE80-7C20-720B-5FE61A42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5C92D-DAA3-DA35-1793-E76FBF24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190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1E027-7DF6-FE79-BF7A-CFFC6DFC5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16310-8E7E-CA22-4DC2-DD32AC9B5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38566-B1C6-8372-C580-B8E7E9F12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00CA6-2BBE-69EC-14E5-208253E0F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5A86B-536A-6578-1C6E-874FFCFB2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5058A-AE29-D8EE-024C-914562C1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BB5F60-B9BB-4334-8EB2-B65C038A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A5E8AB-AE58-E028-26D4-52F1952F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815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15DC7-9F1D-ABAB-FC04-673615B14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FC397-ED6F-7B19-D57F-6FBD8CA3D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B706E2-9CB9-A658-B5D6-D5ED3CE46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3CBF0-B9F1-2AB9-E319-0B7FF36D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2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6A62E5-CE4A-3133-57F4-AC98C7ABE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99132-2A2B-B0D2-88D8-62DA67BF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9D823-2098-C1D2-0ABE-F20DA923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494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73570-DDBC-77A9-4014-E6148EFFA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4A597-C746-7E6A-6998-A539C1445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F500D-64DE-8EBA-2EA0-72CB21359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5D013-2F34-E47E-314E-54BA37CC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BF44E-6CE0-D788-87BE-E894A53DE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6D337-BB96-5252-1A91-BF9846042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55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1C13-BCC6-9040-C452-EA3B6EFD2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07BD51-0B8E-15C9-26DC-0AEDC173A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89AD1-9A6D-6323-ADEA-C21F3BEA5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65F35-BAE7-5AB5-49B8-37403454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DC3F7-CD26-55A2-DCE0-8FF68658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50A57-9130-42A8-58FC-52623F89D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76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22445-7D62-F61D-2F65-6BA62A14C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237FF-6CBE-2046-607C-E4964B55B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499EB-02FC-C989-9373-971F8E72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85C97-02C8-17E7-A041-C4E5F9A1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77398-A89D-FCC7-AB44-2898F40E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90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08E93-5F9C-414A-DFBE-9299FFF61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58E3F-B228-D8F6-1967-8D5769CFA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F9C7A-D5FD-A7AC-DE13-5BA4EA36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5C09D-E35A-0B6F-8607-D02896CA5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87A21-3660-678D-0F44-675EF66B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697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13F34-E29C-DB8D-9DAA-FFE756F4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F19DD-3F24-8D14-C862-07FFD4A2F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6CFB-6341-E1DD-3C4A-E1A23284B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29282-D769-4E00-AABF-2F3699F7BE5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E1D40-7212-DD8A-40D3-0224CECA7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65A08-F7E8-70D1-A645-069E60881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B927C-5358-4C73-BB2E-EC11238C2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42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B246-B1BC-9861-C520-D757221C6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326B-35F0-1E4E-6744-91F67D8D3C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B35B9A-4DBD-532F-9109-FD93B9FF0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C5EC58-055D-669A-9EEF-77ADBC6A24FC}"/>
              </a:ext>
            </a:extLst>
          </p:cNvPr>
          <p:cNvSpPr txBox="1"/>
          <p:nvPr/>
        </p:nvSpPr>
        <p:spPr>
          <a:xfrm>
            <a:off x="1895302" y="1802423"/>
            <a:ext cx="81298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STUDENT DATA 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8E4-C6D8-5229-CAB8-9029A43BA601}"/>
              </a:ext>
            </a:extLst>
          </p:cNvPr>
          <p:cNvSpPr txBox="1"/>
          <p:nvPr/>
        </p:nvSpPr>
        <p:spPr>
          <a:xfrm>
            <a:off x="2558561" y="3429000"/>
            <a:ext cx="6319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 Storytelling &amp; Statistical validation</a:t>
            </a:r>
          </a:p>
        </p:txBody>
      </p:sp>
    </p:spTree>
    <p:extLst>
      <p:ext uri="{BB962C8B-B14F-4D97-AF65-F5344CB8AC3E}">
        <p14:creationId xmlns:p14="http://schemas.microsoft.com/office/powerpoint/2010/main" val="1602201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BBF3-AB3D-2E9D-5C15-E68949B6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D23A2A-D334-8E8D-3BD2-7FC607C62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0372D4-364C-8F21-0E42-2693ECAE3DB3}"/>
              </a:ext>
            </a:extLst>
          </p:cNvPr>
          <p:cNvSpPr txBox="1"/>
          <p:nvPr/>
        </p:nvSpPr>
        <p:spPr>
          <a:xfrm>
            <a:off x="838200" y="2287169"/>
            <a:ext cx="1038398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analyze student demographic and enrollment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  To understand distribution across gender, age, course, and academic year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  To identify patterns and trends in student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  To support better academic planning and decision-making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1166C-8A21-0C68-F748-60440B6A57EB}"/>
              </a:ext>
            </a:extLst>
          </p:cNvPr>
          <p:cNvSpPr txBox="1"/>
          <p:nvPr/>
        </p:nvSpPr>
        <p:spPr>
          <a:xfrm>
            <a:off x="3156438" y="1028700"/>
            <a:ext cx="4132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740950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0EC4A0-EF47-853A-520B-2E2F0C1C7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716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C9A6CB-752B-847E-7D2B-10605CE91F0D}"/>
              </a:ext>
            </a:extLst>
          </p:cNvPr>
          <p:cNvSpPr txBox="1"/>
          <p:nvPr/>
        </p:nvSpPr>
        <p:spPr>
          <a:xfrm>
            <a:off x="2624585" y="1358061"/>
            <a:ext cx="609322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/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 analyze student demographics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 identify trends across key attributes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 extract meaningful insights from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 validate findings using statistical methods</a:t>
            </a:r>
          </a:p>
        </p:txBody>
      </p:sp>
    </p:spTree>
    <p:extLst>
      <p:ext uri="{BB962C8B-B14F-4D97-AF65-F5344CB8AC3E}">
        <p14:creationId xmlns:p14="http://schemas.microsoft.com/office/powerpoint/2010/main" val="231333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E35541-4145-0D78-1D23-E243718E5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DE9C73-07B9-ADB4-6996-6CBC1DEB4654}"/>
              </a:ext>
            </a:extLst>
          </p:cNvPr>
          <p:cNvSpPr txBox="1"/>
          <p:nvPr/>
        </p:nvSpPr>
        <p:spPr>
          <a:xfrm>
            <a:off x="1695796" y="729735"/>
            <a:ext cx="731104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/>
              <a:t>Dataset Overview</a:t>
            </a:r>
          </a:p>
          <a:p>
            <a:endParaRPr lang="en-IN" dirty="0"/>
          </a:p>
          <a:p>
            <a:r>
              <a:rPr lang="en-IN" sz="2800" dirty="0"/>
              <a:t>Total students: 1000</a:t>
            </a:r>
          </a:p>
          <a:p>
            <a:r>
              <a:rPr lang="en-IN" sz="2800" dirty="0"/>
              <a:t>Attributes: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Date of the birth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56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0A5E97-959A-193F-2220-A43567E0B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F854F6-1D06-2B0F-049A-4F2A17659EE4}"/>
              </a:ext>
            </a:extLst>
          </p:cNvPr>
          <p:cNvSpPr txBox="1"/>
          <p:nvPr/>
        </p:nvSpPr>
        <p:spPr>
          <a:xfrm>
            <a:off x="714895" y="2676698"/>
            <a:ext cx="561940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Female: </a:t>
            </a:r>
            <a:r>
              <a:rPr lang="en-IN" sz="2800" b="1" dirty="0"/>
              <a:t>514 (51.4%)</a:t>
            </a:r>
            <a:r>
              <a:rPr lang="en-IN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Male: </a:t>
            </a:r>
            <a:r>
              <a:rPr lang="en-IN" sz="2800" b="1" dirty="0"/>
              <a:t>486 (48.6%)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dataset shows a balanced gender distribution among students.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0D6D78-1074-84DF-A250-3A86F3138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313" y="2135262"/>
            <a:ext cx="4123112" cy="37501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5B8125-D379-2097-A212-0FC752CCC052}"/>
              </a:ext>
            </a:extLst>
          </p:cNvPr>
          <p:cNvSpPr txBox="1"/>
          <p:nvPr/>
        </p:nvSpPr>
        <p:spPr>
          <a:xfrm>
            <a:off x="3286298" y="777952"/>
            <a:ext cx="5619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Gender Distribution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61704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2990CB-B0CE-53E8-E1E6-541D97E72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7AE97-F3F5-5519-2C8B-9515E7A9E5CC}"/>
              </a:ext>
            </a:extLst>
          </p:cNvPr>
          <p:cNvSpPr txBox="1"/>
          <p:nvPr/>
        </p:nvSpPr>
        <p:spPr>
          <a:xfrm>
            <a:off x="365761" y="2287169"/>
            <a:ext cx="59851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Age vs Academic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Analyzed relationship between </a:t>
            </a:r>
            <a:r>
              <a:rPr lang="en-US" sz="2400" b="1" dirty="0"/>
              <a:t>student age and academic year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slight positive trend is observed between age and year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However, the relationship is </a:t>
            </a:r>
            <a:r>
              <a:rPr lang="en-US" sz="2400" b="1" dirty="0"/>
              <a:t>not strongly linear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Indicates variation in student progression across years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30561E-7C1F-B917-D4FA-07C0A0D98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521" y="2208198"/>
            <a:ext cx="4743796" cy="3990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CD37D2-75C3-E62C-2082-4EDB94A16F36}"/>
              </a:ext>
            </a:extLst>
          </p:cNvPr>
          <p:cNvSpPr txBox="1"/>
          <p:nvPr/>
        </p:nvSpPr>
        <p:spPr>
          <a:xfrm>
            <a:off x="2697481" y="879948"/>
            <a:ext cx="62262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/>
              <a:t>Correlation Matrix</a:t>
            </a:r>
          </a:p>
        </p:txBody>
      </p:sp>
    </p:spTree>
    <p:extLst>
      <p:ext uri="{BB962C8B-B14F-4D97-AF65-F5344CB8AC3E}">
        <p14:creationId xmlns:p14="http://schemas.microsoft.com/office/powerpoint/2010/main" val="188014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696F12-01C7-2D0D-D86B-0EF7570F1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85789B-3350-B92E-1EF9-42E1F4B4F844}"/>
              </a:ext>
            </a:extLst>
          </p:cNvPr>
          <p:cNvSpPr txBox="1"/>
          <p:nvPr/>
        </p:nvSpPr>
        <p:spPr>
          <a:xfrm>
            <a:off x="3275214" y="532015"/>
            <a:ext cx="81963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STUDENTS PER COURSE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4CC3F2-A2B2-DF06-3332-095C6F98A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437" y="-3842871"/>
            <a:ext cx="6345381" cy="8925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courses have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enrollment than others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variation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 popularity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identify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high-demand academic programs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9C0153-06FB-C142-5FF0-06559B83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777" y="1995055"/>
            <a:ext cx="6184670" cy="361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71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A215A4-89EA-FA0C-67EC-9940C0A94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8A6DF7C-676F-F728-F1D3-62EEDA039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1662A94-C55C-901A-8B29-3F692AAFC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31" y="2962172"/>
            <a:ext cx="920865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year distribution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stable enrollment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distribution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inclusivity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distribution follows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academic pattern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courses have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enrollment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popularity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6007B2-92DB-3E5B-7499-E3CCAD60683A}"/>
              </a:ext>
            </a:extLst>
          </p:cNvPr>
          <p:cNvSpPr txBox="1"/>
          <p:nvPr/>
        </p:nvSpPr>
        <p:spPr>
          <a:xfrm>
            <a:off x="2982884" y="1204087"/>
            <a:ext cx="62262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KEY INSIGHTS</a:t>
            </a:r>
          </a:p>
        </p:txBody>
      </p:sp>
    </p:spTree>
    <p:extLst>
      <p:ext uri="{BB962C8B-B14F-4D97-AF65-F5344CB8AC3E}">
        <p14:creationId xmlns:p14="http://schemas.microsoft.com/office/powerpoint/2010/main" val="337707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A2E98E-CB48-8FA5-D397-405F23474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9DDAAA-5E67-4687-F344-CE3D31BB991A}"/>
              </a:ext>
            </a:extLst>
          </p:cNvPr>
          <p:cNvSpPr txBox="1"/>
          <p:nvPr/>
        </p:nvSpPr>
        <p:spPr>
          <a:xfrm>
            <a:off x="1213658" y="2001995"/>
            <a:ext cx="85454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Business Question:</a:t>
            </a:r>
            <a:br>
              <a:rPr lang="en-US" sz="2400" dirty="0"/>
            </a:br>
            <a:r>
              <a:rPr lang="en-US" sz="2400" dirty="0"/>
              <a:t>Do students in higher academic years tend to be older?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/>
              <a:t>H₀ (Null Hypothesis):</a:t>
            </a:r>
            <a:br>
              <a:rPr lang="en-US" sz="2400" dirty="0"/>
            </a:br>
            <a:r>
              <a:rPr lang="en-US" sz="2400" dirty="0"/>
              <a:t>There is </a:t>
            </a:r>
            <a:r>
              <a:rPr lang="en-US" sz="2400" b="1" dirty="0"/>
              <a:t>no significant difference</a:t>
            </a:r>
            <a:r>
              <a:rPr lang="en-US" sz="2400" dirty="0"/>
              <a:t> in age across academic years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/>
              <a:t>H₁ (Alternative Hypothesis):</a:t>
            </a:r>
            <a:br>
              <a:rPr lang="en-US" sz="2400" dirty="0"/>
            </a:br>
            <a:r>
              <a:rPr lang="en-US" sz="2400" dirty="0"/>
              <a:t>There is a </a:t>
            </a:r>
            <a:r>
              <a:rPr lang="en-US" sz="2400" b="1" dirty="0"/>
              <a:t>significant difference</a:t>
            </a:r>
            <a:r>
              <a:rPr lang="en-US" sz="2400" dirty="0"/>
              <a:t> in age across academic years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12977-9263-49F1-8BC9-63F9FA47FFEB}"/>
              </a:ext>
            </a:extLst>
          </p:cNvPr>
          <p:cNvSpPr txBox="1"/>
          <p:nvPr/>
        </p:nvSpPr>
        <p:spPr>
          <a:xfrm>
            <a:off x="2647604" y="1070353"/>
            <a:ext cx="62262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/>
              <a:t>HYPOTHESIS</a:t>
            </a:r>
          </a:p>
        </p:txBody>
      </p:sp>
    </p:spTree>
    <p:extLst>
      <p:ext uri="{BB962C8B-B14F-4D97-AF65-F5344CB8AC3E}">
        <p14:creationId xmlns:p14="http://schemas.microsoft.com/office/powerpoint/2010/main" val="3459733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F43AB4-CC98-9E1E-EDF4-E3AD54F4E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C789FE-16DD-76B0-9156-6AEFA1C4247A}"/>
              </a:ext>
            </a:extLst>
          </p:cNvPr>
          <p:cNvSpPr txBox="1"/>
          <p:nvPr/>
        </p:nvSpPr>
        <p:spPr>
          <a:xfrm>
            <a:off x="266007" y="2148670"/>
            <a:ext cx="894033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/>
              <a:t>Business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student distribution is </a:t>
            </a:r>
            <a:r>
              <a:rPr lang="en-US" sz="2800" b="1" dirty="0"/>
              <a:t>balanced across gender and academic years</a:t>
            </a:r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Age consistency indicates </a:t>
            </a:r>
            <a:r>
              <a:rPr lang="en-US" sz="2800" b="1" dirty="0"/>
              <a:t>smooth academic progression</a:t>
            </a:r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Lack of strong age–year correlation suggests </a:t>
            </a:r>
            <a:r>
              <a:rPr lang="en-US" sz="2800" b="1" dirty="0"/>
              <a:t>flexible academic pathways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6932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716972-4A97-7BB4-A289-C76C93835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F1B93E-E843-B5CF-ECCA-3FB488BAE684}"/>
              </a:ext>
            </a:extLst>
          </p:cNvPr>
          <p:cNvSpPr txBox="1"/>
          <p:nvPr/>
        </p:nvSpPr>
        <p:spPr>
          <a:xfrm>
            <a:off x="2693324" y="2425669"/>
            <a:ext cx="7564581" cy="2728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No major demographic </a:t>
            </a:r>
            <a:r>
              <a:rPr lang="en-US" sz="2800" dirty="0" err="1"/>
              <a:t>imbalThe</a:t>
            </a:r>
            <a:r>
              <a:rPr lang="en-US" sz="2800" dirty="0"/>
              <a:t> student dataset shows a </a:t>
            </a:r>
            <a:r>
              <a:rPr lang="en-US" sz="2800" b="1" dirty="0"/>
              <a:t>stable and balanced structure</a:t>
            </a:r>
            <a:r>
              <a:rPr lang="en-US" sz="2800" dirty="0"/>
              <a:t> </a:t>
            </a:r>
            <a:r>
              <a:rPr lang="en-US" sz="2800" dirty="0" err="1"/>
              <a:t>ances</a:t>
            </a:r>
            <a:r>
              <a:rPr lang="en-US" sz="2800" dirty="0"/>
              <a:t> were observed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institution demonstrates </a:t>
            </a:r>
            <a:r>
              <a:rPr lang="en-US" sz="2800" b="1" dirty="0"/>
              <a:t>efficient academic management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18790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309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sahii sahithi</dc:creator>
  <cp:lastModifiedBy>sahii sahithi</cp:lastModifiedBy>
  <cp:revision>3</cp:revision>
  <dcterms:created xsi:type="dcterms:W3CDTF">2026-03-28T09:36:02Z</dcterms:created>
  <dcterms:modified xsi:type="dcterms:W3CDTF">2026-03-28T13:49:43Z</dcterms:modified>
</cp:coreProperties>
</file>